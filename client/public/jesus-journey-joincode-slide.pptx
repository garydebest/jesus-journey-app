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5D958F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128016"/>
          </a:xfrm>
          <a:prstGeom prst="rect">
            <a:avLst/>
          </a:prstGeom>
          <a:solidFill>
            <a:srgbClr val="BEDDD2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128016"/>
          </a:xfrm>
          <a:prstGeom prst="rect">
            <a:avLst/>
          </a:prstGeom>
          <a:solidFill>
            <a:srgbClr val="DF5957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128016"/>
          </a:xfrm>
          <a:prstGeom prst="rect">
            <a:avLst/>
          </a:prstGeom>
          <a:solidFill>
            <a:srgbClr val="D3C8B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502920"/>
            <a:ext cx="2743200" cy="10469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18288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the Survey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0" y="2514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link below and enter your church’s join code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12568" y="3246120"/>
            <a:ext cx="67665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9050">
            <a:solidFill>
              <a:srgbClr val="D4D1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12568" y="344728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6B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CHURCH JOIN CODE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12568" y="3813048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5D9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Type your join code here ]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444088" y="4489704"/>
            <a:ext cx="5303520" cy="0"/>
          </a:xfrm>
          <a:prstGeom prst="line">
            <a:avLst/>
          </a:prstGeom>
          <a:noFill/>
          <a:ln w="25400">
            <a:solidFill>
              <a:srgbClr val="5D958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2712568" y="469087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jesusjourney.life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about 10 minutes • Completely anonymous • Your voice shapes what we do next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6729984"/>
            <a:ext cx="3047924" cy="128016"/>
          </a:xfrm>
          <a:prstGeom prst="rect">
            <a:avLst/>
          </a:prstGeom>
          <a:solidFill>
            <a:srgbClr val="D3C8B0"/>
          </a:solidFill>
          <a:ln/>
        </p:spPr>
      </p:sp>
      <p:sp>
        <p:nvSpPr>
          <p:cNvPr id="16" name="Shape 13"/>
          <p:cNvSpPr/>
          <p:nvPr/>
        </p:nvSpPr>
        <p:spPr>
          <a:xfrm>
            <a:off x="3047924" y="6729984"/>
            <a:ext cx="3047924" cy="128016"/>
          </a:xfrm>
          <a:prstGeom prst="rect">
            <a:avLst/>
          </a:prstGeom>
          <a:solidFill>
            <a:srgbClr val="DF5957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5848" y="6729984"/>
            <a:ext cx="3047924" cy="128016"/>
          </a:xfrm>
          <a:prstGeom prst="rect">
            <a:avLst/>
          </a:prstGeom>
          <a:solidFill>
            <a:srgbClr val="BEDDD2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3771" y="6729984"/>
            <a:ext cx="3047924" cy="128016"/>
          </a:xfrm>
          <a:prstGeom prst="rect">
            <a:avLst/>
          </a:prstGeom>
          <a:solidFill>
            <a:srgbClr val="5D958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2026-09-10T17:54:15Z</dcterms:created>
  <dcterms:modified xsi:type="dcterms:W3CDTF">2026-09-10T17:54:15Z</dcterms:modified>
</cp:coreProperties>
</file>