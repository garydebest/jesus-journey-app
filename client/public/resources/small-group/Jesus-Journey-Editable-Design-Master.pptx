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design master. Text, fields, and shapes are native elements. PDF fields are added by source/build.py; exporting directly from PowerPoint does not recreate interactive form fields. Use the supplied digital PDF for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image" Target="../media/image-1-1.jp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2.xml"/><Relationship Id="rId3" Type="http://schemas.openxmlformats.org/officeDocument/2006/relationships/slide" Target="slide2.xml"/><Relationship Id="rId4" Type="http://schemas.openxmlformats.org/officeDocument/2006/relationships/slide" Target="slide5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8.xml"/><Relationship Id="rId12" Type="http://schemas.openxmlformats.org/officeDocument/2006/relationships/slide" Target="slide12.xml"/><Relationship Id="rId13" Type="http://schemas.openxmlformats.org/officeDocument/2006/relationships/slide" Target="slide12.xml"/><Relationship Id="rId14" Type="http://schemas.openxmlformats.org/officeDocument/2006/relationships/slide" Target="slide16.xml"/><Relationship Id="rId15" Type="http://schemas.openxmlformats.org/officeDocument/2006/relationships/slide" Target="slide16.xml"/><Relationship Id="rId16" Type="http://schemas.openxmlformats.org/officeDocument/2006/relationships/slide" Target="slide20.xml"/><Relationship Id="rId17" Type="http://schemas.openxmlformats.org/officeDocument/2006/relationships/slide" Target="slide20.xml"/><Relationship Id="rId18" Type="http://schemas.openxmlformats.org/officeDocument/2006/relationships/slide" Target="slide24.xml"/><Relationship Id="rId19" Type="http://schemas.openxmlformats.org/officeDocument/2006/relationships/slide" Target="slide24.xml"/><Relationship Id="rId20" Type="http://schemas.openxmlformats.org/officeDocument/2006/relationships/slide" Target="slide26.xml"/><Relationship Id="rId21" Type="http://schemas.openxmlformats.org/officeDocument/2006/relationships/slide" Target="slide26.xml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esusjourney.life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4" name="Text 2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/home/user/workspace/projects/jesus-journey-survey-VprMiPS.SoGN1RoUKm7NXQ/files/resources/small-group-guide/source/assets/community-366x49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0"/>
            <a:ext cx="4648200" cy="6261100"/>
          </a:xfrm>
          <a:prstGeom prst="rect">
            <a:avLst/>
          </a:prstGeom>
        </p:spPr>
      </p:pic>
      <p:pic>
        <p:nvPicPr>
          <p:cNvPr id="7" name="Image 1" descr="/home/user/workspace/projects/jesus-journey-survey-VprMiPS.SoGN1RoUKm7NXQ/files/resources/small-group-guide/source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381000"/>
            <a:ext cx="1066800" cy="488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03400" y="482600"/>
            <a:ext cx="5207000" cy="459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JOURNEY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58800" y="1333500"/>
            <a:ext cx="64389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</a:t>
            </a:r>
            <a:endParaRPr lang="en-US" sz="38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Group Guide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558800" y="2654300"/>
            <a:ext cx="6438900" cy="1041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where Jesus is inviting you.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faithful next step.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with others.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58800" y="3975100"/>
            <a:ext cx="3111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/ Community: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58800" y="4348480"/>
            <a:ext cx="3111500" cy="3937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24300" y="3975100"/>
            <a:ext cx="3048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Guide: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924300" y="4348480"/>
            <a:ext cx="3048000" cy="3937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8800" y="4940300"/>
            <a:ext cx="64135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Dates: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58800" y="5313680"/>
            <a:ext cx="6413500" cy="3937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HOPE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Jesus Journey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87500"/>
            <a:ext cx="6223000" cy="619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us is somewhere on a journey: toward God,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doubt, in the middle of growing.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8800" y="2372360"/>
            <a:ext cx="6223000" cy="904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Jesus Journey Survey gives you an honest picture of your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journey. This guide helps you prayerfully respond to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noticed.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800" y="3441700"/>
            <a:ext cx="6223000" cy="904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test. Your report is not a label, a grade, or a verdict.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an invitation to discover where Jesus may be meeting you,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strengthening you, and inviting you to take a next step.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91400" y="1549400"/>
            <a:ext cx="4241800" cy="4483100"/>
          </a:xfrm>
          <a:prstGeom prst="roundRect">
            <a:avLst>
              <a:gd name="adj" fmla="val 2994"/>
            </a:avLst>
          </a:prstGeom>
          <a:solidFill>
            <a:srgbClr val="E8EFEB"/>
          </a:solidFill>
          <a:ln w="12700">
            <a:solidFill>
              <a:srgbClr val="E8E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6200" y="1841500"/>
            <a:ext cx="3632200" cy="163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four weeks, you will name a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edge, practise one or two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responses, receive support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others, and create a realistic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practice.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96200" y="3683000"/>
            <a:ext cx="3632200" cy="163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hope is that you will finish with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hope in Jesus and renewed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that, with his grace and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of others, you can step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into growth.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 &amp; GETTING READY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four weeks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558800" y="15367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&amp; group agreements</a:t>
            </a:r>
            <a:endParaRPr lang="en-US" sz="1600" dirty="0"/>
          </a:p>
        </p:txBody>
      </p:sp>
      <p:sp>
        <p:nvSpPr>
          <p:cNvPr id="8" name="Text 6">
            <a:hlinkClick r:id="rId3" tooltip="" action="ppaction://hlinksldjump"/>
          </p:cNvPr>
          <p:cNvSpPr/>
          <p:nvPr/>
        </p:nvSpPr>
        <p:spPr>
          <a:xfrm>
            <a:off x="6680200" y="15367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1400" dirty="0"/>
          </a:p>
        </p:txBody>
      </p:sp>
      <p:sp>
        <p:nvSpPr>
          <p:cNvPr id="9" name="Text 7">
            <a:hlinkClick r:id="rId4" tooltip="" action="ppaction://hlinksldjump"/>
          </p:cNvPr>
          <p:cNvSpPr/>
          <p:nvPr/>
        </p:nvSpPr>
        <p:spPr>
          <a:xfrm>
            <a:off x="558800" y="19431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 goals / sixteen pathways</a:t>
            </a:r>
            <a:endParaRPr lang="en-US" sz="1600" dirty="0"/>
          </a:p>
        </p:txBody>
      </p:sp>
      <p:sp>
        <p:nvSpPr>
          <p:cNvPr id="10" name="Text 8">
            <a:hlinkClick r:id="rId5" tooltip="" action="ppaction://hlinksldjump"/>
          </p:cNvPr>
          <p:cNvSpPr/>
          <p:nvPr/>
        </p:nvSpPr>
        <p:spPr>
          <a:xfrm>
            <a:off x="6680200" y="19431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1400" dirty="0"/>
          </a:p>
        </p:txBody>
      </p:sp>
      <p:sp>
        <p:nvSpPr>
          <p:cNvPr id="11" name="Text 9">
            <a:hlinkClick r:id="rId6" tooltip="" action="ppaction://hlinksldjump"/>
          </p:cNvPr>
          <p:cNvSpPr/>
          <p:nvPr/>
        </p:nvSpPr>
        <p:spPr>
          <a:xfrm>
            <a:off x="558800" y="23495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starting reflection</a:t>
            </a:r>
            <a:endParaRPr lang="en-US" sz="1600" dirty="0"/>
          </a:p>
        </p:txBody>
      </p:sp>
      <p:sp>
        <p:nvSpPr>
          <p:cNvPr id="12" name="Text 10">
            <a:hlinkClick r:id="rId7" tooltip="" action="ppaction://hlinksldjump"/>
          </p:cNvPr>
          <p:cNvSpPr/>
          <p:nvPr/>
        </p:nvSpPr>
        <p:spPr>
          <a:xfrm>
            <a:off x="6680200" y="23495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1400" dirty="0"/>
          </a:p>
        </p:txBody>
      </p:sp>
      <p:sp>
        <p:nvSpPr>
          <p:cNvPr id="13" name="Text 11">
            <a:hlinkClick r:id="rId8" tooltip="" action="ppaction://hlinksldjump"/>
          </p:cNvPr>
          <p:cNvSpPr/>
          <p:nvPr/>
        </p:nvSpPr>
        <p:spPr>
          <a:xfrm>
            <a:off x="558800" y="27559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Journey Guide: meeting rhythm</a:t>
            </a:r>
            <a:endParaRPr lang="en-US" sz="1600" dirty="0"/>
          </a:p>
        </p:txBody>
      </p:sp>
      <p:sp>
        <p:nvSpPr>
          <p:cNvPr id="14" name="Text 12">
            <a:hlinkClick r:id="rId9" tooltip="" action="ppaction://hlinksldjump"/>
          </p:cNvPr>
          <p:cNvSpPr/>
          <p:nvPr/>
        </p:nvSpPr>
        <p:spPr>
          <a:xfrm>
            <a:off x="6680200" y="27559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1400" dirty="0"/>
          </a:p>
        </p:txBody>
      </p:sp>
      <p:sp>
        <p:nvSpPr>
          <p:cNvPr id="15" name="Text 13">
            <a:hlinkClick r:id="rId10" tooltip="" action="ppaction://hlinksldjump"/>
          </p:cNvPr>
          <p:cNvSpPr/>
          <p:nvPr/>
        </p:nvSpPr>
        <p:spPr>
          <a:xfrm>
            <a:off x="558800" y="31623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1 · Your Journey With Jesus</a:t>
            </a:r>
            <a:endParaRPr lang="en-US" sz="1600" dirty="0"/>
          </a:p>
        </p:txBody>
      </p:sp>
      <p:sp>
        <p:nvSpPr>
          <p:cNvPr id="16" name="Text 14">
            <a:hlinkClick r:id="rId11" tooltip="" action="ppaction://hlinksldjump"/>
          </p:cNvPr>
          <p:cNvSpPr/>
          <p:nvPr/>
        </p:nvSpPr>
        <p:spPr>
          <a:xfrm>
            <a:off x="6680200" y="31623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1400" dirty="0"/>
          </a:p>
        </p:txBody>
      </p:sp>
      <p:sp>
        <p:nvSpPr>
          <p:cNvPr id="17" name="Text 15">
            <a:hlinkClick r:id="rId12" tooltip="" action="ppaction://hlinksldjump"/>
          </p:cNvPr>
          <p:cNvSpPr/>
          <p:nvPr/>
        </p:nvSpPr>
        <p:spPr>
          <a:xfrm>
            <a:off x="558800" y="35687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2 · Trusting and Experiencing</a:t>
            </a:r>
            <a:endParaRPr lang="en-US" sz="1600" dirty="0"/>
          </a:p>
        </p:txBody>
      </p:sp>
      <p:sp>
        <p:nvSpPr>
          <p:cNvPr id="18" name="Text 16">
            <a:hlinkClick r:id="rId13" tooltip="" action="ppaction://hlinksldjump"/>
          </p:cNvPr>
          <p:cNvSpPr/>
          <p:nvPr/>
        </p:nvSpPr>
        <p:spPr>
          <a:xfrm>
            <a:off x="6680200" y="35687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1400" dirty="0"/>
          </a:p>
        </p:txBody>
      </p:sp>
      <p:sp>
        <p:nvSpPr>
          <p:cNvPr id="19" name="Text 17">
            <a:hlinkClick r:id="rId14" tooltip="" action="ppaction://hlinksldjump"/>
          </p:cNvPr>
          <p:cNvSpPr/>
          <p:nvPr/>
        </p:nvSpPr>
        <p:spPr>
          <a:xfrm>
            <a:off x="558800" y="39751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3 · Reflecting Jesus</a:t>
            </a:r>
            <a:endParaRPr lang="en-US" sz="1600" dirty="0"/>
          </a:p>
        </p:txBody>
      </p:sp>
      <p:sp>
        <p:nvSpPr>
          <p:cNvPr id="20" name="Text 18">
            <a:hlinkClick r:id="rId15" tooltip="" action="ppaction://hlinksldjump"/>
          </p:cNvPr>
          <p:cNvSpPr/>
          <p:nvPr/>
        </p:nvSpPr>
        <p:spPr>
          <a:xfrm>
            <a:off x="6680200" y="39751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1400" dirty="0"/>
          </a:p>
        </p:txBody>
      </p:sp>
      <p:sp>
        <p:nvSpPr>
          <p:cNvPr id="21" name="Text 19">
            <a:hlinkClick r:id="rId16" tooltip="" action="ppaction://hlinksldjump"/>
          </p:cNvPr>
          <p:cNvSpPr/>
          <p:nvPr/>
        </p:nvSpPr>
        <p:spPr>
          <a:xfrm>
            <a:off x="558800" y="43815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4 · Serving Jesus</a:t>
            </a:r>
            <a:endParaRPr lang="en-US" sz="1600" dirty="0"/>
          </a:p>
        </p:txBody>
      </p:sp>
      <p:sp>
        <p:nvSpPr>
          <p:cNvPr id="22" name="Text 20">
            <a:hlinkClick r:id="rId17" tooltip="" action="ppaction://hlinksldjump"/>
          </p:cNvPr>
          <p:cNvSpPr/>
          <p:nvPr/>
        </p:nvSpPr>
        <p:spPr>
          <a:xfrm>
            <a:off x="6680200" y="43815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1400" dirty="0"/>
          </a:p>
        </p:txBody>
      </p:sp>
      <p:sp>
        <p:nvSpPr>
          <p:cNvPr id="23" name="Text 21">
            <a:hlinkClick r:id="rId18" tooltip="" action="ppaction://hlinksldjump"/>
          </p:cNvPr>
          <p:cNvSpPr/>
          <p:nvPr/>
        </p:nvSpPr>
        <p:spPr>
          <a:xfrm>
            <a:off x="558800" y="47879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30-day practice</a:t>
            </a:r>
            <a:endParaRPr lang="en-US" sz="1600" dirty="0"/>
          </a:p>
        </p:txBody>
      </p:sp>
      <p:sp>
        <p:nvSpPr>
          <p:cNvPr id="24" name="Text 22">
            <a:hlinkClick r:id="rId19" tooltip="" action="ppaction://hlinksldjump"/>
          </p:cNvPr>
          <p:cNvSpPr/>
          <p:nvPr/>
        </p:nvSpPr>
        <p:spPr>
          <a:xfrm>
            <a:off x="6680200" y="47879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</a:t>
            </a:r>
            <a:endParaRPr lang="en-US" sz="1400" dirty="0"/>
          </a:p>
        </p:txBody>
      </p:sp>
      <p:sp>
        <p:nvSpPr>
          <p:cNvPr id="25" name="Text 23">
            <a:hlinkClick r:id="rId20" tooltip="" action="ppaction://hlinksldjump"/>
          </p:cNvPr>
          <p:cNvSpPr/>
          <p:nvPr/>
        </p:nvSpPr>
        <p:spPr>
          <a:xfrm>
            <a:off x="558800" y="5194300"/>
            <a:ext cx="5969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 walking &amp; companion check-in</a:t>
            </a:r>
            <a:endParaRPr lang="en-US" sz="1600" dirty="0"/>
          </a:p>
        </p:txBody>
      </p:sp>
      <p:sp>
        <p:nvSpPr>
          <p:cNvPr id="26" name="Text 24">
            <a:hlinkClick r:id="rId21" tooltip="" action="ppaction://hlinksldjump"/>
          </p:cNvPr>
          <p:cNvSpPr/>
          <p:nvPr/>
        </p:nvSpPr>
        <p:spPr>
          <a:xfrm>
            <a:off x="6680200" y="5194300"/>
            <a:ext cx="406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u="sng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2700" y="1574800"/>
            <a:ext cx="3810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2700" y="1837690"/>
            <a:ext cx="38100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individual report, this workbook, and a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in a translation you find readable. Read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listed passages together; no specialist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needed.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32700" y="3061970"/>
            <a:ext cx="3810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DIGITALLY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32700" y="3324860"/>
            <a:ext cx="3810000" cy="1295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 personal copy, type into the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fields, then save. Test one field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the file before writing more. If your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cannot save forms, use a PDF reader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the print version.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2700" y="4798060"/>
            <a:ext cx="3810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PERSONAL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32700" y="5060950"/>
            <a:ext cx="38100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reflections belong to you. Share only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choose. Short notes are enough;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private journal if you need more space.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PLACE TO GROW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Group Agreements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4200" y="1549400"/>
            <a:ext cx="254000" cy="177800"/>
          </a:xfrm>
          <a:prstGeom prst="roundRect">
            <a:avLst>
              <a:gd name="adj" fmla="val 21429"/>
            </a:avLst>
          </a:prstGeom>
          <a:solidFill>
            <a:srgbClr val="F7F5F0"/>
          </a:solidFill>
          <a:ln w="7620">
            <a:solidFill>
              <a:srgbClr val="365E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96900" y="1727200"/>
            <a:ext cx="38100" cy="635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2200" y="1485900"/>
            <a:ext cx="10541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freely, never under pressure.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2200" y="1795780"/>
            <a:ext cx="10541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what to share from your report. Passing is always welcome.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6900" y="2273300"/>
            <a:ext cx="76200" cy="762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365E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000" y="2362200"/>
            <a:ext cx="0" cy="1270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300" y="2273300"/>
            <a:ext cx="76200" cy="762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365E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7400" y="2362200"/>
            <a:ext cx="0" cy="1270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200" y="2209800"/>
            <a:ext cx="10541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compare scores.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2200" y="2519680"/>
            <a:ext cx="10541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 to listen for Jesus, not rank one another.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6900" y="3048000"/>
            <a:ext cx="101600" cy="101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365E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300" y="3009900"/>
            <a:ext cx="63500" cy="889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749300" y="3098800"/>
            <a:ext cx="63500" cy="889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2200" y="2933700"/>
            <a:ext cx="10541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without fixing.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" y="3243580"/>
            <a:ext cx="10541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one another with grace and curiosity. Ask before offering advice.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600" y="3810000"/>
            <a:ext cx="203200" cy="152400"/>
          </a:xfrm>
          <a:prstGeom prst="roundRect">
            <a:avLst>
              <a:gd name="adj" fmla="val 16667"/>
            </a:avLst>
          </a:prstGeom>
          <a:solidFill>
            <a:srgbClr val="F7F5F0"/>
          </a:solidFill>
          <a:ln w="7620">
            <a:solidFill>
              <a:srgbClr val="365E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47700" y="3721100"/>
            <a:ext cx="0" cy="889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3721100"/>
            <a:ext cx="127000" cy="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700" y="3721100"/>
            <a:ext cx="0" cy="88900"/>
          </a:xfrm>
          <a:prstGeom prst="line">
            <a:avLst/>
          </a:prstGeom>
          <a:noFill/>
          <a:ln w="12700">
            <a:solidFill>
              <a:srgbClr val="365E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2200" y="3657600"/>
            <a:ext cx="10541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confidence.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" y="3967480"/>
            <a:ext cx="10541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repeat personal stories outside the group. If someone may be at risk of harm, seek appropriate help rather than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secrecy.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4200" y="4897120"/>
            <a:ext cx="88900" cy="0"/>
          </a:xfrm>
          <a:prstGeom prst="line">
            <a:avLst/>
          </a:prstGeom>
          <a:noFill/>
          <a:ln w="25400">
            <a:solidFill>
              <a:srgbClr val="365E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3100" y="4808220"/>
            <a:ext cx="88900" cy="0"/>
          </a:xfrm>
          <a:prstGeom prst="line">
            <a:avLst/>
          </a:prstGeom>
          <a:noFill/>
          <a:ln w="25400">
            <a:solidFill>
              <a:srgbClr val="365E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" y="4719320"/>
            <a:ext cx="88900" cy="0"/>
          </a:xfrm>
          <a:prstGeom prst="line">
            <a:avLst/>
          </a:prstGeom>
          <a:noFill/>
          <a:ln w="25400">
            <a:solidFill>
              <a:srgbClr val="365E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2200" y="4630420"/>
            <a:ext cx="105410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one small step.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2200" y="4940300"/>
            <a:ext cx="10541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not a performance. Celebrate honest attempts and begin again with grace.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8800" y="5379720"/>
            <a:ext cx="110744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GUIDE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8800" y="5642610"/>
            <a:ext cx="11074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is not to evaluate anyone’s spiritual life or provide every answer. Create a safe, prayerful space for honest reflection,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encouragement, and one faithful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GOALS / SIXTEEN PATHWAYS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Jesus Journey at a Glance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8800" y="1536700"/>
            <a:ext cx="5410200" cy="1828800"/>
          </a:xfrm>
          <a:prstGeom prst="roundRect">
            <a:avLst>
              <a:gd name="adj" fmla="val 5556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300" y="1778000"/>
            <a:ext cx="177800" cy="177800"/>
          </a:xfrm>
          <a:prstGeom prst="ellipse">
            <a:avLst/>
          </a:prstGeom>
          <a:solidFill>
            <a:srgbClr val="5D958F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1689100"/>
            <a:ext cx="47117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Jesus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2800" y="2159000"/>
            <a:ext cx="49022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Believing God’s Story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God’s Love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in God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Facing Challenges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3000" y="1536700"/>
            <a:ext cx="5410200" cy="1828800"/>
          </a:xfrm>
          <a:prstGeom prst="roundRect">
            <a:avLst>
              <a:gd name="adj" fmla="val 5556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3500" y="1778000"/>
            <a:ext cx="177800" cy="177800"/>
          </a:xfrm>
          <a:prstGeom prst="ellipse">
            <a:avLst/>
          </a:prstGeom>
          <a:solidFill>
            <a:srgbClr val="BEDDD2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1000" y="1689100"/>
            <a:ext cx="47117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Experiencing Jesus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77000" y="2159000"/>
            <a:ext cx="49022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 to God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with God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My Faith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Worshipping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800" y="3568700"/>
            <a:ext cx="5410200" cy="1828800"/>
          </a:xfrm>
          <a:prstGeom prst="roundRect">
            <a:avLst>
              <a:gd name="adj" fmla="val 5556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300" y="3810000"/>
            <a:ext cx="177800" cy="177800"/>
          </a:xfrm>
          <a:prstGeom prst="ellipse">
            <a:avLst/>
          </a:prstGeom>
          <a:solidFill>
            <a:srgbClr val="DF5957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6800" y="3721100"/>
            <a:ext cx="47117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Reflecting Jesus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12800" y="4191000"/>
            <a:ext cx="49022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Expressing God’s Love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Practising My Faith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Journeying with Others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3000" y="3568700"/>
            <a:ext cx="5410200" cy="1828800"/>
          </a:xfrm>
          <a:prstGeom prst="roundRect">
            <a:avLst>
              <a:gd name="adj" fmla="val 5556"/>
            </a:avLst>
          </a:prstGeom>
          <a:solidFill>
            <a:srgbClr val="EDF1EE"/>
          </a:solidFill>
          <a:ln w="12700">
            <a:solidFill>
              <a:srgbClr val="EDF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3500" y="3810000"/>
            <a:ext cx="177800" cy="177800"/>
          </a:xfrm>
          <a:prstGeom prst="ellipse">
            <a:avLst/>
          </a:prstGeom>
          <a:solidFill>
            <a:srgbClr val="D3C8B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1000" y="3721100"/>
            <a:ext cx="47117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Jesus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77000" y="4191000"/>
            <a:ext cx="49022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 with God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Stewarding Resources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Compassion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 Justly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8800" y="5702300"/>
            <a:ext cx="110744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survey helps you notice patterns across these four areas. This group helps you consider one faithful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STARTING 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Where You Are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625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strength or encouragement I noticed in my report: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" y="1998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3800" y="1625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pathway where I sense an invitation to grow: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3800" y="1998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8800" y="3657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I want to bring to Jesus: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8800" y="4030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3800" y="3657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hope I have for these four weeks: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73800" y="4030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JOURNEY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Encourage. Gently challenge. Return to grace.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62100"/>
            <a:ext cx="457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80-minute rhythm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8800" y="2095500"/>
            <a:ext cx="825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11300" y="2095500"/>
            <a:ext cx="3619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and reconnect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8800" y="2654300"/>
            <a:ext cx="825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11300" y="2654300"/>
            <a:ext cx="3619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back at last week’s practice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8800" y="3213100"/>
            <a:ext cx="825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11300" y="3213100"/>
            <a:ext cx="3619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Scripture and explore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8800" y="3771900"/>
            <a:ext cx="825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11300" y="3771900"/>
            <a:ext cx="3619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report and reflect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8800" y="4330700"/>
            <a:ext cx="825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11300" y="4330700"/>
            <a:ext cx="36195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step and pray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800" y="4965700"/>
            <a:ext cx="4572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ADJUSTMENT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8800" y="5228590"/>
            <a:ext cx="4572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look-back time for introductions and group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91200" y="1562100"/>
            <a:ext cx="5842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91200" y="1824990"/>
            <a:ext cx="5842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grace, courage, and honest effort. Ask: “Where do you see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already meeting you?”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91200" y="2513330"/>
            <a:ext cx="5842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GENTLY CHALLENGE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91200" y="2776220"/>
            <a:ext cx="5842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rather than prescribe: “What might one small, specific step look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this week?”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91200" y="3464560"/>
            <a:ext cx="5842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GRACE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91200" y="3727450"/>
            <a:ext cx="5842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missed practice is not failure. Ask: “What did you notice, and how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might you begin again?”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91200" y="4415790"/>
            <a:ext cx="5842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ROOM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91200" y="4678680"/>
            <a:ext cx="5842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6–12 adults, use pairs or triads so everyone has time. Welcome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cultures, ages, abilities, and levels of faith familiarity.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/ FOUR WEEKS TOGETHER</a:t>
            </a:r>
            <a:endParaRPr lang="en-US" sz="11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800" y="1308100"/>
            <a:ext cx="2476500" cy="163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2500"/>
              </a:lnSpc>
              <a:buNone/>
            </a:pPr>
            <a:r>
              <a:rPr lang="en-US" sz="12000" b="1" dirty="0">
                <a:solidFill>
                  <a:srgbClr val="487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454400" y="1574800"/>
            <a:ext cx="800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Journey With Jesus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4400" y="2413000"/>
            <a:ext cx="75565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begins with honest attention to where we are and trust</a:t>
            </a:r>
            <a:endParaRPr lang="en-US" sz="20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Jesus meets us there.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4400" y="4140200"/>
            <a:ext cx="7493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4400" y="4403090"/>
            <a:ext cx="7493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strength, a growth edge, and one hopeful next step.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0600" y="5499100"/>
            <a:ext cx="9779000" cy="0"/>
          </a:xfrm>
          <a:prstGeom prst="line">
            <a:avLst/>
          </a:prstGeom>
          <a:noFill/>
          <a:ln w="25400">
            <a:solidFill>
              <a:srgbClr val="AEBB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5384800"/>
            <a:ext cx="228600" cy="228600"/>
          </a:xfrm>
          <a:prstGeom prst="ellipse">
            <a:avLst/>
          </a:prstGeom>
          <a:solidFill>
            <a:srgbClr val="5D958F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15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35967" y="5384800"/>
            <a:ext cx="228600" cy="228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3140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5633" y="5384800"/>
            <a:ext cx="228600" cy="228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6926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55300" y="5384800"/>
            <a:ext cx="228600" cy="228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034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/ YOUR JOURNEY WITH JESUS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notice, and share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4940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PRACTICE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12290"/>
            <a:ext cx="41148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two minutes of quiet. Breathe naturally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pray: “Jesus, help me notice your presence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invitation today.”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2787650"/>
            <a:ext cx="4114800" cy="370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John 15:1–8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8800" y="3234690"/>
            <a:ext cx="4114800" cy="850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notice about remaining close to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Jesus? How is this different from trying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on your own?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800" y="423799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800" y="4500880"/>
            <a:ext cx="41148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report privately. You do not need to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scores or anything that feels too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4000" y="1549400"/>
            <a:ext cx="6299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TOGETHER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0" y="1812290"/>
            <a:ext cx="62992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yourselves and revisit the Group Agreements. You may pass on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4000" y="2538730"/>
            <a:ext cx="6299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4000" y="3046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42000" y="3046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notice or appreciate as you looked at your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34000" y="38722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42000" y="38722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area of growth feels most life-giving or important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34000" y="4697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2000" y="4697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difficult to be honest about your spiritual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journey?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/ PRIVATE 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personal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875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YOUR REPORT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503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encouraging statement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invitation in your individual report.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what resonates, not just which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is lowest.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35433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INVITATION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8800" y="38061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few honest words. You can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 pathway throughout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weeks. You do not need to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everything at once.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800" y="5030470"/>
            <a:ext cx="323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report, “My Identity” is the pathway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“Identity in God” here.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5800" y="15494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strength I want to thank Jesus for: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95800" y="19227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5800" y="30607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growth edge I want to bring before Jesus: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95800" y="34340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5800" y="45720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I will focus on during these four weeks: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95800" y="49453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/ PRACTISE &amp; PRAY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Next Faithful Step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367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one, or adapt a report invitation.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960" y="2098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700" y="19989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each day by asking, “Jesus, what are you inviting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to notice today?”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8960" y="2733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700" y="26339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each day by naming one moment of gratitude.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8960" y="31013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700" y="30022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ten-minute walk without headphones and attend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God’s presence. A quiet seated pause works too.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8960" y="37363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700" y="36372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John 15 once during the week and write down one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that stays with you.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8800" y="4399280"/>
            <a:ext cx="53594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PRAYER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8800" y="4662170"/>
            <a:ext cx="53594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Jesus, thank you that you meet us with grace exactly where we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are. Give us courage to respond to your invitation, strength for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faithful step, and love for one another as we walk this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together. Amen.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7000" y="153670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practise: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000" y="191008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7000" y="257048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do this on: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0" y="294386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7000" y="360426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ask this person to encourage me: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397764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7000" y="4676140"/>
            <a:ext cx="5156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GUIDE NOTE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7000" y="4939030"/>
            <a:ext cx="51562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Affirm honesty, desire, courage, and small efforts. Help each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choose one realistic next step. Do not press anyone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share scores or personal details.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/ FOUR WEEKS TOGETHER</a:t>
            </a:r>
            <a:endParaRPr lang="en-US" sz="11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800" y="1308100"/>
            <a:ext cx="2476500" cy="163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2500"/>
              </a:lnSpc>
              <a:buNone/>
            </a:pPr>
            <a:r>
              <a:rPr lang="en-US" sz="12000" b="1" dirty="0">
                <a:solidFill>
                  <a:srgbClr val="497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454400" y="1574800"/>
            <a:ext cx="800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and Experiencing Jesus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4400" y="2413000"/>
            <a:ext cx="75565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and experience grow as we receive Jesus’ love, pay</a:t>
            </a:r>
            <a:endParaRPr lang="en-US" sz="20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to his presence, and respond in small acts of faith.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4400" y="4140200"/>
            <a:ext cx="7493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4400" y="4403090"/>
            <a:ext cx="7493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simple way to receive love, practise trust, or become attentive.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0600" y="5499100"/>
            <a:ext cx="9779000" cy="0"/>
          </a:xfrm>
          <a:prstGeom prst="line">
            <a:avLst/>
          </a:prstGeom>
          <a:noFill/>
          <a:ln w="25400">
            <a:solidFill>
              <a:srgbClr val="AEBB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5384800"/>
            <a:ext cx="228600" cy="228600"/>
          </a:xfrm>
          <a:prstGeom prst="ellipse">
            <a:avLst/>
          </a:prstGeom>
          <a:solidFill>
            <a:srgbClr val="5D958F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15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35967" y="5384800"/>
            <a:ext cx="228600" cy="228600"/>
          </a:xfrm>
          <a:prstGeom prst="ellipse">
            <a:avLst/>
          </a:prstGeom>
          <a:solidFill>
            <a:srgbClr val="BEDDD2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3140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5633" y="5384800"/>
            <a:ext cx="228600" cy="228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6926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55300" y="5384800"/>
            <a:ext cx="228600" cy="228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034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/ TRUSTING AND EXPERIENCING JESUS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notice, and share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4940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PRACTICE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12290"/>
            <a:ext cx="41148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and pray: “Jesus, I trust you with what is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unfinished in me.”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2538730"/>
            <a:ext cx="4114800" cy="370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Psalm 139:23–24; Mark 9:14–29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8800" y="2985770"/>
            <a:ext cx="4114800" cy="850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room do these passages make for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uncertainty? What would it mean to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real self to Jesus?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800" y="398907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800" y="4251960"/>
            <a:ext cx="41148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includes God’s story, love, identity,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facing challenges. Experiencing includes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responding, communicating, growing in faith,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worshipping.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4000" y="1549400"/>
            <a:ext cx="6299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BACK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0" y="1812290"/>
            <a:ext cx="62992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practise? What did you notice? There is no need for 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result.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4000" y="2538730"/>
            <a:ext cx="6299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4000" y="3046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42000" y="3046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pathway in these two areas feels most alive or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difficult for you right now?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34000" y="38722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42000" y="38722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helps you recognize God’s presence or leading in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life?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34000" y="4697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2000" y="4697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might Jesus be asking for trust rather than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certainty?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/ PRIVATE 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personal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875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YOUR REPORT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50390"/>
            <a:ext cx="3238500" cy="1295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the Trusting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Experiencing sections of your report.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statement to explore. You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keep your original pathway rather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add a new practice.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35433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INVITATION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8800" y="38061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few honest words. You can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 pathway throughout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weeks. You do not need to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everything at once.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5800" y="15494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belief I need to receive more deeply: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5800" y="19227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30607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way I want to become more attentive to Jesus: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95800" y="34340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45720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faithful step I sense for this week: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5800" y="49453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/ PRACTISE &amp; PRAY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Next Faithful Step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367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one, or adapt a report invitation.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960" y="2098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700" y="19989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 honestly for five minutes each day, without editing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yourself.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8960" y="2733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700" y="26339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short Gospel passage daily and ask, “What do I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about Jesus?”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8960" y="3368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700" y="32689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gratitude list with one specific item each day.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8960" y="37363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700" y="36372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 present challenge to Jesus: “Show me how to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with trust.”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8960" y="43713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700" y="42722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aside fifteen minutes for worship, silence, or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prayerful walking.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8800" y="5034280"/>
            <a:ext cx="53594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PRAYER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8800" y="5297170"/>
            <a:ext cx="53594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Jesus, receive our trust and our uncertainty. Help us recognize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love and respond to your presence in ordinary moments.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7000" y="153670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practise: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0" y="191008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7000" y="257048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do this on: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294386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7000" y="360426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ask this person to encourage me: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77000" y="397764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7000" y="4676140"/>
            <a:ext cx="5156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GUIDE NOTE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7000" y="4939030"/>
            <a:ext cx="51562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 effort, not only results. If someone missed a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practice, ask: “What did you notice, and how might you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again?” Do not imply that hardship or unanswered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 means inadequate faith.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/ FOUR WEEKS TOGETHER</a:t>
            </a:r>
            <a:endParaRPr lang="en-US" sz="11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800" y="1308100"/>
            <a:ext cx="2476500" cy="163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2500"/>
              </a:lnSpc>
              <a:buNone/>
            </a:pPr>
            <a:r>
              <a:rPr lang="en-US" sz="12000" b="1" dirty="0">
                <a:solidFill>
                  <a:srgbClr val="BE45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454400" y="1574800"/>
            <a:ext cx="800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Reflecting Jesus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4400" y="2413000"/>
            <a:ext cx="75565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Jesus’ character becomes visible through ordinary choices,</a:t>
            </a:r>
            <a:endParaRPr lang="en-US" sz="20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relationships, forgiveness, and shared life.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4400" y="4140200"/>
            <a:ext cx="7493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4400" y="4403090"/>
            <a:ext cx="7493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way for Jesus’ love to become visible in everyday life.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0600" y="5499100"/>
            <a:ext cx="9779000" cy="0"/>
          </a:xfrm>
          <a:prstGeom prst="line">
            <a:avLst/>
          </a:prstGeom>
          <a:noFill/>
          <a:ln w="25400">
            <a:solidFill>
              <a:srgbClr val="AEBB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5384800"/>
            <a:ext cx="228600" cy="228600"/>
          </a:xfrm>
          <a:prstGeom prst="ellipse">
            <a:avLst/>
          </a:prstGeom>
          <a:solidFill>
            <a:srgbClr val="5D958F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15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35967" y="5384800"/>
            <a:ext cx="228600" cy="228600"/>
          </a:xfrm>
          <a:prstGeom prst="ellipse">
            <a:avLst/>
          </a:prstGeom>
          <a:solidFill>
            <a:srgbClr val="BEDDD2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3140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5633" y="5384800"/>
            <a:ext cx="228600" cy="228600"/>
          </a:xfrm>
          <a:prstGeom prst="ellipse">
            <a:avLst/>
          </a:prstGeom>
          <a:solidFill>
            <a:srgbClr val="DF5957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6926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55300" y="5384800"/>
            <a:ext cx="228600" cy="228600"/>
          </a:xfrm>
          <a:prstGeom prst="ellipse">
            <a:avLst/>
          </a:prstGeom>
          <a:solidFill>
            <a:srgbClr val="F7F5F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034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/ REFLECTING JESUS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notice, and share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4940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PRACTICE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12290"/>
            <a:ext cx="41148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silence, ask: “Jesus, where do you want your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 to become more visible through me?”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2538730"/>
            <a:ext cx="4114800" cy="370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Colossians 3:12–17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8800" y="2985770"/>
            <a:ext cx="4114800" cy="850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quality in this passage speaks to your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relationships? What might it look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in one ordinary moment?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800" y="398907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800" y="4251960"/>
            <a:ext cx="41148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Reflecting Jesus includes expressing God’s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love, practising faith in daily life, journeying with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others, and reconciling through receiving and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forgiveness.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4000" y="1549400"/>
            <a:ext cx="6299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BACK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0" y="1812290"/>
            <a:ext cx="62992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practise? What did you notice? There is no need for 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result.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4000" y="2538730"/>
            <a:ext cx="6299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4000" y="3046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42000" y="3046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most want the love of Jesus to shape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everyday responses?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34000" y="38722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42000" y="38722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relationship or setting most challenges you to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Jesus?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34000" y="4697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2000" y="4697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support from others would make faithful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more possible?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/ PRIVATE 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personal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875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YOUR REPORT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503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one invitation in the Reflecting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of your report. Consider a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that fits your actual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relationships, capacity, and safety.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35433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INVITATION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8800" y="38061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few honest words. You can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 pathway throughout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weeks. You do not need to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everything at once.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5800" y="15494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relationship or situation I want to bring to Jesus: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5800" y="19227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30607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way I want to express love more intentionally: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95800" y="34340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4572000"/>
            <a:ext cx="7137400" cy="619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conversation, apology, boundary, or act of forgiveness I need to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5800" y="522986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/ PRACTISE &amp; PRAY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Next Faithful Step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367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one, or adapt a report invitation.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960" y="2098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700" y="19989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specific encouragement to someone.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8960" y="24663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700" y="23672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someone without preparing your response.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8960" y="28346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700" y="27355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step toward reconciliation, if it is safe and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8960" y="34696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700" y="33705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trusted person to pray with you about a recurring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8960" y="41046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4700" y="40055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an unnoticed act of kindness.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8800" y="4500880"/>
            <a:ext cx="53594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PRAYER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8800" y="4763770"/>
            <a:ext cx="5359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Spirit, form the character of Jesus in us. Give us courage,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gentleness, patience, and love. Amen.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7000" y="153670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practise: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0" y="191008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7000" y="257048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do this on: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294386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7000" y="360426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ask this person to encourage me: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77000" y="397764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7000" y="4676140"/>
            <a:ext cx="5156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GUIDE NOTE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7000" y="4939030"/>
            <a:ext cx="51562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push for details of a painful relationship. Forgiveness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require renewed contact, immediate trust, or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in harm. A safe boundary or seeking qualified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may be the faithful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/ FOUR WEEKS TOGETHER</a:t>
            </a:r>
            <a:endParaRPr lang="en-US" sz="11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5" name="Text 3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8800" y="1308100"/>
            <a:ext cx="2476500" cy="163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2500"/>
              </a:lnSpc>
              <a:buNone/>
            </a:pPr>
            <a:r>
              <a:rPr lang="en-US" sz="12000" b="1" dirty="0">
                <a:solidFill>
                  <a:srgbClr val="786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454400" y="1574800"/>
            <a:ext cx="800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Jesus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54400" y="2413000"/>
            <a:ext cx="7556500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with Jesus moves outward as we participate in his</a:t>
            </a:r>
            <a:endParaRPr lang="en-US" sz="20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of renewal, compassion, generosity, and justice.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4400" y="4140200"/>
            <a:ext cx="7493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4400" y="4403090"/>
            <a:ext cx="74930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hope, a realistic 30-day practice, and support to begin.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0600" y="5499100"/>
            <a:ext cx="9779000" cy="0"/>
          </a:xfrm>
          <a:prstGeom prst="line">
            <a:avLst/>
          </a:prstGeom>
          <a:noFill/>
          <a:ln w="25400">
            <a:solidFill>
              <a:srgbClr val="AEBB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5384800"/>
            <a:ext cx="228600" cy="228600"/>
          </a:xfrm>
          <a:prstGeom prst="ellipse">
            <a:avLst/>
          </a:prstGeom>
          <a:solidFill>
            <a:srgbClr val="5D958F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15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35967" y="5384800"/>
            <a:ext cx="228600" cy="228600"/>
          </a:xfrm>
          <a:prstGeom prst="ellipse">
            <a:avLst/>
          </a:prstGeom>
          <a:solidFill>
            <a:srgbClr val="BEDDD2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3140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95633" y="5384800"/>
            <a:ext cx="228600" cy="228600"/>
          </a:xfrm>
          <a:prstGeom prst="ellipse">
            <a:avLst/>
          </a:prstGeom>
          <a:solidFill>
            <a:srgbClr val="DF5957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6926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55300" y="5384800"/>
            <a:ext cx="228600" cy="228600"/>
          </a:xfrm>
          <a:prstGeom prst="ellipse">
            <a:avLst/>
          </a:prstGeom>
          <a:solidFill>
            <a:srgbClr val="D3C8B0"/>
          </a:solidFill>
          <a:ln w="7620">
            <a:solidFill>
              <a:srgbClr val="28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0348" y="5715000"/>
            <a:ext cx="1016000" cy="264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/ SERVING JESUS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notice, and share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4940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PRACTICE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12290"/>
            <a:ext cx="41148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Pray: “Jesus, show me where you are already at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work, and teach me to join you.”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2538730"/>
            <a:ext cx="4114800" cy="3708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Mark 10:42–45; Micah 6:8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8800" y="2985770"/>
            <a:ext cx="41148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these passages suggest about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power, humility, and service? What could a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response look like where you already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800" y="4255770"/>
            <a:ext cx="41148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800" y="4518660"/>
            <a:ext cx="41148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Jesus includes partnering with God,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stewarding resources, showing compassion,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acting justly.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4000" y="1549400"/>
            <a:ext cx="6299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BACK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0" y="1812290"/>
            <a:ext cx="62992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practise? What did you notice? There is no need for 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result.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4000" y="2538730"/>
            <a:ext cx="6299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4000" y="30467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42000" y="30467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see a need in your everyday world that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your heart?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34000" y="38722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42000" y="3872230"/>
            <a:ext cx="5791200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resource might Jesus invite you to steward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differently: time, energy, ability, relationships, home,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money, or influence?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34000" y="5002530"/>
            <a:ext cx="4191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2000" y="5002530"/>
            <a:ext cx="57912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it look like to take one faithful next step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trying to solve everything?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/ PRIVATE 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personal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875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YOUR REPORT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8503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Serving section, then look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over your whole report. Your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focus can come from any of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sixteen pathways.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3543300"/>
            <a:ext cx="32385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GENTLE INVITATION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8800" y="3806190"/>
            <a:ext cx="3238500" cy="104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few honest words. You can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 pathway throughout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weeks. You do not need to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everything at once.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5800" y="15494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need, person, or place God has put on my heart: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5800" y="19227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3060700"/>
            <a:ext cx="713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resource I can offer: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95800" y="343408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800" y="4572000"/>
            <a:ext cx="7137400" cy="619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 of compassion, generosity, service, or justice I can take in the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95800" y="5229860"/>
            <a:ext cx="7137400" cy="8001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/ PRACTISE &amp; PRAY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Next Faithful Step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367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one, or adapt a report invitation.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960" y="2098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700" y="19989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neighbour what practical help would genuinely be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8960" y="27330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700" y="26339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aside a realistic amount of time or money to share.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8960" y="31013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700" y="3002280"/>
            <a:ext cx="5143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someone whose experience differs from yours.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8960" y="3469640"/>
            <a:ext cx="55880" cy="55880"/>
          </a:xfrm>
          <a:prstGeom prst="ellipse">
            <a:avLst/>
          </a:prstGeom>
          <a:solidFill>
            <a:srgbClr val="365E59"/>
          </a:solidFill>
          <a:ln w="12700">
            <a:solidFill>
              <a:srgbClr val="365E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700" y="3370580"/>
            <a:ext cx="51435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about one local need and take a practical,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respectful action.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8800" y="4132580"/>
            <a:ext cx="53594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PRAYER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8800" y="4395470"/>
            <a:ext cx="5359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Jesus, form your life in me. Help me to take this next step with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humility, courage, and trust. Amen.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7000" y="153670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practise: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000" y="191008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7000" y="257048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do this on: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0" y="294386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7000" y="3604260"/>
            <a:ext cx="51562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ask this person to encourage me: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3977640"/>
            <a:ext cx="5156200" cy="495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7000" y="4676140"/>
            <a:ext cx="51562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GUIDE NOTE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7000" y="4939030"/>
            <a:ext cx="51562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Honour different resources, cultures, abilities, and seasons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life. Service is not a competition. Help each person leave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sustainable practice and a willing companion.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REALISTIC RHYTHM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30-Day Jesus Journey Practice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409700"/>
            <a:ext cx="11074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any pathway. Make the action small enough for your real life, not an ideal week.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8800" y="2006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pathway I am focusing on: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" y="2379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3800" y="2006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 will repeat: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3800" y="2379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800" y="4038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and how often I will practise it: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" y="4411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3800" y="4038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likely obstacle: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3800" y="4411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SUPPORT &amp; PRAYER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for the Next Step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409700"/>
            <a:ext cx="11074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companion’s permission. A missed day is an invitation to begin again, not a verdict.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8800" y="2006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will respond when I miss a day or struggle: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" y="2379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3800" y="2006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Journey Companion: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3800" y="2379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800" y="4038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first check-in date: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" y="4411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3800" y="4038600"/>
            <a:ext cx="5359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prayer: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3800" y="4411980"/>
            <a:ext cx="5359400" cy="11176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800" y="5892800"/>
            <a:ext cx="11074400" cy="299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Jesus, form your life in me. Help me to take this next step with humility, courage, and trust. Amen.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&amp; CONFIDENCE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Walking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62100"/>
            <a:ext cx="46355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need to become</a:t>
            </a:r>
            <a:endParaRPr lang="en-US" sz="25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else before you can</a:t>
            </a:r>
            <a:endParaRPr lang="en-US" sz="25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58800" y="3022600"/>
            <a:ext cx="4635500" cy="619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meets you in your real life, gives grace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next step, and forms you over time.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800" y="3896360"/>
            <a:ext cx="4635500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step in front of you.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with others.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again whenever you need to.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80100" y="1574800"/>
            <a:ext cx="5753100" cy="619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now have more hope than you did four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ago?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80100" y="2232660"/>
            <a:ext cx="5753100" cy="13081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0100" y="4038600"/>
            <a:ext cx="5753100" cy="619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growth step you now feel able, with Jesus’</a:t>
            </a:r>
            <a:endParaRPr lang="en-US" sz="1600" dirty="0"/>
          </a:p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help, to take?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80100" y="4696460"/>
            <a:ext cx="5753100" cy="130810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800" y="381000"/>
            <a:ext cx="110744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WEEKS / THIRTY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73100"/>
            <a:ext cx="11074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Companion Check-In</a:t>
            </a:r>
            <a:endParaRPr lang="en-US" sz="32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58800" y="6375400"/>
            <a:ext cx="406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Jesus Journey • jesusjourney.life</a:t>
            </a:r>
            <a:endParaRPr lang="en-US" sz="1100" dirty="0"/>
          </a:p>
        </p:txBody>
      </p:sp>
      <p:sp>
        <p:nvSpPr>
          <p:cNvPr id="6" name="Text 4">
            <a:hlinkClick r:id="rId2" tooltip="" action="ppaction://hlinksldjump"/>
          </p:cNvPr>
          <p:cNvSpPr/>
          <p:nvPr/>
        </p:nvSpPr>
        <p:spPr>
          <a:xfrm>
            <a:off x="9728200" y="6375400"/>
            <a:ext cx="15240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u="sng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Contents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04600" y="6375400"/>
            <a:ext cx="304800" cy="246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800" y="1524000"/>
            <a:ext cx="5207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CONNECTION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800" y="1786890"/>
            <a:ext cx="5207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or message after two weeks, then check in again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day 30. Agree together how to stay in touch.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" y="2538730"/>
            <a:ext cx="5207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WITH CURIOSITY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8800" y="2801620"/>
            <a:ext cx="5207000" cy="797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practise?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notice?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next faithful step?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800" y="3802380"/>
            <a:ext cx="52070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6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 AND PRAY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800" y="4065270"/>
            <a:ext cx="52070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 honest effort. Ask whether to continue, simplify, or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the practice. Pray briefly for one another.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5400" y="1524000"/>
            <a:ext cx="5257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contact method / details (optional):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75400" y="1897380"/>
            <a:ext cx="5257800" cy="533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5400" y="2659380"/>
            <a:ext cx="5257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two-week check-in: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75400" y="3032760"/>
            <a:ext cx="5257800" cy="533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3794760"/>
            <a:ext cx="52578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30-day check-in: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75400" y="4168140"/>
            <a:ext cx="5257800" cy="5334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7620">
            <a:solidFill>
              <a:srgbClr val="9B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5400" y="4930140"/>
            <a:ext cx="52578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 stay in your own copy. Ask permission before sharing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8800" y="5969000"/>
            <a:ext cx="11074400" cy="237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55C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credit: AI-generated illustrative cover image; fictional adults. Jesus Journey brand mark supplied by the project.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Gary Best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Jesus Journey: A Four-Week Small Group Guide | Editable Design Master</dc:title>
  <dc:subject>Editable design master: Jesus Journey small-group workbook</dc:subject>
  <dc:creator>Perplexity Computer</dc:creator>
  <cp:lastModifiedBy>Perplexity Computer</cp:lastModifiedBy>
  <cp:revision>1</cp:revision>
  <dcterms:created xsi:type="dcterms:W3CDTF">2026-09-19T00:48:36Z</dcterms:created>
  <dcterms:modified xsi:type="dcterms:W3CDTF">2026-09-19T00:48:36Z</dcterms:modified>
</cp:coreProperties>
</file>