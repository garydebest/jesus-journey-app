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"Every one of us is somewhere on a journey — toward God, through doubt, in the middle of growing."
VISUAL: Warm still life, open journal and Bible on a wooden table, morning light. Calm, contemplative opening 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"That's why our church is inviting you to take the Jesus Journey Survey — a short, honest reflection on where you are right now in your faith."
VISUAL: Close-up of hands writing in a journal, warm window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"It takes about ten minutes. There are no right or wrong answers, and everything you share stays completely anonymous."
VISUAL: Wide shot of a person walking a quiet forest path, golden light — symbolizes the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"Your answers help our church family understand how to walk alongside you better — where to encourage growth, and where to offer support."
VISUAL: Small group gathered warmly, candlelight, sense of belonging.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NARRATION: "Enter your church's join code at jesusjourney.life to begin."
VISUAL: Clean brand card — this is also the closing slide; the church can leave this displayed with their code already typed into the box while people fill out the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28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7091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one of us is somewhere on a journey.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56235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God, through doubt, in the middle of growing.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28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7091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We’re inviting you to take the Jesus Journey Survey.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56235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honest reflection on where you are right now in your faith.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28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7091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minutes. No right or wrong answers.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56235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share stays completely anonymous.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28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7091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voice helps shape how we walk together.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56235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encourage growth — and where to offer support.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128016"/>
          </a:xfrm>
          <a:prstGeom prst="rect">
            <a:avLst/>
          </a:prstGeom>
          <a:solidFill>
            <a:srgbClr val="5D958F"/>
          </a:solidFill>
          <a:ln/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128016"/>
          </a:xfrm>
          <a:prstGeom prst="rect">
            <a:avLst/>
          </a:prstGeom>
          <a:solidFill>
            <a:srgbClr val="BEDDD2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128016"/>
          </a:xfrm>
          <a:prstGeom prst="rect">
            <a:avLst/>
          </a:prstGeom>
          <a:solidFill>
            <a:srgbClr val="DF5957"/>
          </a:solidFill>
          <a:ln/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128016"/>
          </a:xfrm>
          <a:prstGeom prst="rect">
            <a:avLst/>
          </a:prstGeom>
          <a:solidFill>
            <a:srgbClr val="D3C8B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502920"/>
            <a:ext cx="914400" cy="57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3716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Here’s how to join in.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link below and enter your church’s join code.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078328" y="2834640"/>
            <a:ext cx="60350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9050">
            <a:solidFill>
              <a:srgbClr val="D4D1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8328" y="301752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B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CHURCH JOIN CODE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78328" y="3346704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spc="100" kern="0" dirty="0">
                <a:solidFill>
                  <a:srgbClr val="5D95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Type your join code here ]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947008" y="3968496"/>
            <a:ext cx="4297680" cy="0"/>
          </a:xfrm>
          <a:prstGeom prst="line">
            <a:avLst/>
          </a:prstGeom>
          <a:noFill/>
          <a:ln w="25400">
            <a:solidFill>
              <a:srgbClr val="5D958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3078328" y="4151376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jesusjourney.life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8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about 10 minutes • Completely anonymous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6729984"/>
            <a:ext cx="3047924" cy="128016"/>
          </a:xfrm>
          <a:prstGeom prst="rect">
            <a:avLst/>
          </a:prstGeom>
          <a:solidFill>
            <a:srgbClr val="D3C8B0"/>
          </a:solidFill>
          <a:ln/>
        </p:spPr>
      </p:sp>
      <p:sp>
        <p:nvSpPr>
          <p:cNvPr id="16" name="Shape 13"/>
          <p:cNvSpPr/>
          <p:nvPr/>
        </p:nvSpPr>
        <p:spPr>
          <a:xfrm>
            <a:off x="3047924" y="6729984"/>
            <a:ext cx="3047924" cy="128016"/>
          </a:xfrm>
          <a:prstGeom prst="rect">
            <a:avLst/>
          </a:prstGeom>
          <a:solidFill>
            <a:srgbClr val="DF5957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5848" y="6729984"/>
            <a:ext cx="3047924" cy="128016"/>
          </a:xfrm>
          <a:prstGeom prst="rect">
            <a:avLst/>
          </a:prstGeom>
          <a:solidFill>
            <a:srgbClr val="BEDDD2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3771" y="6729984"/>
            <a:ext cx="3047924" cy="128016"/>
          </a:xfrm>
          <a:prstGeom prst="rect">
            <a:avLst/>
          </a:prstGeom>
          <a:solidFill>
            <a:srgbClr val="5D958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2026-09-10T18:11:16Z</dcterms:created>
  <dcterms:modified xsi:type="dcterms:W3CDTF">2026-09-10T18:11:16Z</dcterms:modified>
</cp:coreProperties>
</file>